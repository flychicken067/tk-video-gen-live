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889635" y="413385"/>
            <a:ext cx="10412730" cy="58077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36601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免费素材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24053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付费素材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18885" y="640715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AI</a:t>
            </a:r>
            <a:r>
              <a:rPr lang="zh-CN" altLang="en-US"/>
              <a:t>生成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027285" y="641350"/>
            <a:ext cx="1181735" cy="3695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个人中心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62660" y="641350"/>
            <a:ext cx="1181735" cy="3695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HOME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4779645" y="5852795"/>
            <a:ext cx="2158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默认</a:t>
            </a:r>
            <a:r>
              <a:rPr lang="en-US" altLang="zh-CN">
                <a:solidFill>
                  <a:srgbClr val="FF0000"/>
                </a:solidFill>
              </a:rPr>
              <a:t>AI</a:t>
            </a:r>
            <a:r>
              <a:rPr lang="zh-CN" altLang="en-US">
                <a:solidFill>
                  <a:srgbClr val="FF0000"/>
                </a:solidFill>
              </a:rPr>
              <a:t>生成界面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4570" y="3237865"/>
            <a:ext cx="6520815" cy="21501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274570" y="2776220"/>
            <a:ext cx="6546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LOGO </a:t>
            </a:r>
            <a:r>
              <a:rPr lang="zh-CN" altLang="en-US"/>
              <a:t>奶茶</a:t>
            </a:r>
            <a:r>
              <a:rPr lang="en-US" altLang="zh-CN"/>
              <a:t> </a:t>
            </a:r>
            <a:r>
              <a:rPr lang="zh-CN" altLang="en-US"/>
              <a:t>咖啡</a:t>
            </a:r>
            <a:r>
              <a:rPr lang="en-US" altLang="zh-CN"/>
              <a:t> </a:t>
            </a:r>
            <a:r>
              <a:rPr lang="zh-CN" altLang="en-US"/>
              <a:t>酒水</a:t>
            </a:r>
            <a:r>
              <a:rPr lang="en-US" altLang="zh-CN"/>
              <a:t> </a:t>
            </a:r>
            <a:r>
              <a:rPr lang="zh-CN" altLang="en-US"/>
              <a:t>饮料</a:t>
            </a:r>
            <a:r>
              <a:rPr lang="en-US" altLang="zh-CN"/>
              <a:t> </a:t>
            </a:r>
            <a:r>
              <a:rPr lang="zh-CN" altLang="en-US"/>
              <a:t>动物</a:t>
            </a:r>
            <a:r>
              <a:rPr lang="en-US" altLang="zh-CN"/>
              <a:t> </a:t>
            </a:r>
            <a:r>
              <a:rPr lang="zh-CN" altLang="en-US"/>
              <a:t>植物</a:t>
            </a:r>
            <a:r>
              <a:rPr lang="en-US" altLang="zh-CN"/>
              <a:t> </a:t>
            </a:r>
            <a:r>
              <a:rPr lang="zh-CN" altLang="en-US"/>
              <a:t>节日</a:t>
            </a:r>
            <a:r>
              <a:rPr lang="en-US" altLang="zh-CN"/>
              <a:t>  </a:t>
            </a:r>
            <a:r>
              <a:rPr lang="zh-CN" altLang="en-US"/>
              <a:t>人物</a:t>
            </a:r>
            <a:r>
              <a:rPr lang="en-US" altLang="zh-CN"/>
              <a:t> </a:t>
            </a:r>
            <a:r>
              <a:rPr lang="zh-CN" altLang="en-US"/>
              <a:t>科幻</a:t>
            </a:r>
            <a:r>
              <a:rPr lang="en-US" altLang="zh-CN"/>
              <a:t> </a:t>
            </a:r>
            <a:r>
              <a:rPr lang="zh-CN" altLang="en-US"/>
              <a:t>汽车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260" y="1253490"/>
            <a:ext cx="4930775" cy="102171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240530" y="2314575"/>
            <a:ext cx="2965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开始生成您的</a:t>
            </a:r>
            <a:r>
              <a:rPr lang="en-US" altLang="zh-CN"/>
              <a:t>3D</a:t>
            </a:r>
            <a:r>
              <a:rPr lang="zh-CN" altLang="en-US"/>
              <a:t>专属素材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000365" y="640715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内容定制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889635" y="413385"/>
            <a:ext cx="10412730" cy="58077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36601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免费素材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88188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付费素材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80593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AI</a:t>
            </a:r>
            <a:r>
              <a:rPr lang="zh-CN" altLang="en-US"/>
              <a:t>生成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027285" y="641350"/>
            <a:ext cx="1181735" cy="3695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个人中心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62660" y="641350"/>
            <a:ext cx="1181735" cy="3695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HOME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528060" y="6278245"/>
            <a:ext cx="2158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免费专区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57300" y="1300480"/>
            <a:ext cx="6546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LOGO </a:t>
            </a:r>
            <a:r>
              <a:rPr lang="zh-CN" altLang="en-US"/>
              <a:t>奶茶</a:t>
            </a:r>
            <a:r>
              <a:rPr lang="en-US" altLang="zh-CN"/>
              <a:t> </a:t>
            </a:r>
            <a:r>
              <a:rPr lang="zh-CN" altLang="en-US"/>
              <a:t>咖啡</a:t>
            </a:r>
            <a:r>
              <a:rPr lang="en-US" altLang="zh-CN"/>
              <a:t> </a:t>
            </a:r>
            <a:r>
              <a:rPr lang="zh-CN" altLang="en-US"/>
              <a:t>酒水</a:t>
            </a:r>
            <a:r>
              <a:rPr lang="en-US" altLang="zh-CN"/>
              <a:t> </a:t>
            </a:r>
            <a:r>
              <a:rPr lang="zh-CN" altLang="en-US"/>
              <a:t>饮料</a:t>
            </a:r>
            <a:r>
              <a:rPr lang="en-US" altLang="zh-CN"/>
              <a:t> </a:t>
            </a:r>
            <a:r>
              <a:rPr lang="zh-CN" altLang="en-US"/>
              <a:t>动物</a:t>
            </a:r>
            <a:r>
              <a:rPr lang="en-US" altLang="zh-CN"/>
              <a:t> </a:t>
            </a:r>
            <a:r>
              <a:rPr lang="zh-CN" altLang="en-US"/>
              <a:t>植物</a:t>
            </a:r>
            <a:r>
              <a:rPr lang="en-US" altLang="zh-CN"/>
              <a:t> </a:t>
            </a:r>
            <a:r>
              <a:rPr lang="zh-CN" altLang="en-US"/>
              <a:t>节日</a:t>
            </a:r>
            <a:r>
              <a:rPr lang="en-US" altLang="zh-CN"/>
              <a:t>  </a:t>
            </a:r>
            <a:r>
              <a:rPr lang="zh-CN" altLang="en-US"/>
              <a:t>人物</a:t>
            </a:r>
            <a:r>
              <a:rPr lang="en-US" altLang="zh-CN"/>
              <a:t> </a:t>
            </a:r>
            <a:r>
              <a:rPr lang="zh-CN" altLang="en-US"/>
              <a:t>科幻</a:t>
            </a:r>
            <a:r>
              <a:rPr lang="en-US" altLang="zh-CN"/>
              <a:t> </a:t>
            </a:r>
            <a:r>
              <a:rPr lang="zh-CN" altLang="en-US"/>
              <a:t>汽车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580" y="1605915"/>
            <a:ext cx="8039100" cy="432435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8530590" y="640715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内容定制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889635" y="413385"/>
            <a:ext cx="10412730" cy="58077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36601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免费素材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88188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付费素材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75640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AI</a:t>
            </a:r>
            <a:r>
              <a:rPr lang="zh-CN" altLang="en-US"/>
              <a:t>生成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027285" y="641350"/>
            <a:ext cx="1181735" cy="3695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个人中心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62660" y="641350"/>
            <a:ext cx="1181735" cy="3695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HOME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528060" y="6278245"/>
            <a:ext cx="3545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付费专区，多一个素材的单价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57300" y="1300480"/>
            <a:ext cx="6546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LOGO </a:t>
            </a:r>
            <a:r>
              <a:rPr lang="zh-CN" altLang="en-US"/>
              <a:t>奶茶</a:t>
            </a:r>
            <a:r>
              <a:rPr lang="en-US" altLang="zh-CN"/>
              <a:t> </a:t>
            </a:r>
            <a:r>
              <a:rPr lang="zh-CN" altLang="en-US"/>
              <a:t>咖啡</a:t>
            </a:r>
            <a:r>
              <a:rPr lang="en-US" altLang="zh-CN"/>
              <a:t> </a:t>
            </a:r>
            <a:r>
              <a:rPr lang="zh-CN" altLang="en-US"/>
              <a:t>酒水</a:t>
            </a:r>
            <a:r>
              <a:rPr lang="en-US" altLang="zh-CN"/>
              <a:t> </a:t>
            </a:r>
            <a:r>
              <a:rPr lang="zh-CN" altLang="en-US"/>
              <a:t>饮料</a:t>
            </a:r>
            <a:r>
              <a:rPr lang="en-US" altLang="zh-CN"/>
              <a:t> </a:t>
            </a:r>
            <a:r>
              <a:rPr lang="zh-CN" altLang="en-US"/>
              <a:t>动物</a:t>
            </a:r>
            <a:r>
              <a:rPr lang="en-US" altLang="zh-CN"/>
              <a:t> </a:t>
            </a:r>
            <a:r>
              <a:rPr lang="zh-CN" altLang="en-US"/>
              <a:t>植物</a:t>
            </a:r>
            <a:r>
              <a:rPr lang="en-US" altLang="zh-CN"/>
              <a:t> </a:t>
            </a:r>
            <a:r>
              <a:rPr lang="zh-CN" altLang="en-US"/>
              <a:t>节日</a:t>
            </a:r>
            <a:r>
              <a:rPr lang="en-US" altLang="zh-CN"/>
              <a:t>  </a:t>
            </a:r>
            <a:r>
              <a:rPr lang="zh-CN" altLang="en-US"/>
              <a:t>人物</a:t>
            </a:r>
            <a:r>
              <a:rPr lang="en-US" altLang="zh-CN"/>
              <a:t> </a:t>
            </a:r>
            <a:r>
              <a:rPr lang="zh-CN" altLang="en-US"/>
              <a:t>科幻</a:t>
            </a:r>
            <a:r>
              <a:rPr lang="en-US" altLang="zh-CN"/>
              <a:t> </a:t>
            </a:r>
            <a:r>
              <a:rPr lang="zh-CN" altLang="en-US"/>
              <a:t>汽车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0760" y="2066925"/>
            <a:ext cx="6724650" cy="272415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8345805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内容定制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40" y="957580"/>
            <a:ext cx="7848600" cy="4610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69655" y="1837690"/>
            <a:ext cx="18002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个人授权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企业授权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无限制授权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540" y="1358265"/>
            <a:ext cx="7864475" cy="35058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889635" y="413385"/>
            <a:ext cx="10412730" cy="58077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36601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免费素材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88188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付费素材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80593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AI</a:t>
            </a:r>
            <a:r>
              <a:rPr lang="zh-CN" altLang="en-US"/>
              <a:t>生成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027285" y="641350"/>
            <a:ext cx="1181735" cy="3695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个人中心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62660" y="641350"/>
            <a:ext cx="1181735" cy="3695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HOME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312795" y="6221095"/>
            <a:ext cx="2158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内容定制专区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530590" y="640715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内容定制</a:t>
            </a:r>
            <a:endParaRPr 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8790" y="962025"/>
            <a:ext cx="5562600" cy="515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889635" y="413385"/>
            <a:ext cx="10412730" cy="58077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36601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免费素材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88188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付费素材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805930" y="641350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AI</a:t>
            </a:r>
            <a:r>
              <a:rPr lang="zh-CN" altLang="en-US"/>
              <a:t>生成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027285" y="641350"/>
            <a:ext cx="1181735" cy="3695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个人中心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62660" y="641350"/>
            <a:ext cx="1181735" cy="3695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HOME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312795" y="6221095"/>
            <a:ext cx="2158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个人中心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530590" y="640715"/>
            <a:ext cx="1282065" cy="3702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/>
              <a:t>内容定制</a:t>
            </a:r>
            <a:endParaRPr lang="zh-CN"/>
          </a:p>
        </p:txBody>
      </p:sp>
      <p:sp>
        <p:nvSpPr>
          <p:cNvPr id="2" name="文本框 1"/>
          <p:cNvSpPr txBox="1"/>
          <p:nvPr/>
        </p:nvSpPr>
        <p:spPr>
          <a:xfrm>
            <a:off x="1644650" y="1800860"/>
            <a:ext cx="365569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已下载免费素材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已下载付费素材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已生成</a:t>
            </a:r>
            <a:r>
              <a:rPr lang="en-US" altLang="zh-CN"/>
              <a:t>AI</a:t>
            </a:r>
            <a:r>
              <a:rPr lang="zh-CN" altLang="en-US"/>
              <a:t>素材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账户余额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充值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6030" y="1152525"/>
            <a:ext cx="69342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0460" y="565150"/>
            <a:ext cx="6457950" cy="533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WPS 演示</Application>
  <PresentationFormat>宽屏</PresentationFormat>
  <Paragraphs>94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leo</cp:lastModifiedBy>
  <cp:revision>5</cp:revision>
  <dcterms:created xsi:type="dcterms:W3CDTF">2023-08-09T12:44:00Z</dcterms:created>
  <dcterms:modified xsi:type="dcterms:W3CDTF">2026-04-19T07:25:54Z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C356909D0E4343D0A799B566362298ED_12</vt:lpwstr>
  </property>
</Properties>
</file>